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7C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ONCOLOGY PATIENT FLOW DASHBOARD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28600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0 — Setup Journey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Study Deck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opening the terminal to loading your teams — every step, in plain language.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with Claude Code  ·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01168" cy="2011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384048"/>
            <a:ext cx="10762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built in Phase 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77824" y="950976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milestones — each one ended with something you could see working.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62001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7166" y="25146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47166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14371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tools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3977640"/>
            <a:ext cx="14005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Git, VS Code, Django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42972" y="2194560"/>
            <a:ext cx="162001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41498" y="25146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2841498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534412" y="3520440"/>
            <a:ext cx="14371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project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52700" y="3977640"/>
            <a:ext cx="14005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skeleton + first live page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37304" y="2194560"/>
            <a:ext cx="162001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35830" y="25146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735830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428744" y="3520440"/>
            <a:ext cx="14371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database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47032" y="3977640"/>
            <a:ext cx="14005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filing cabinet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31636" y="2194560"/>
            <a:ext cx="162001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30162" y="25146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6630162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323076" y="3520440"/>
            <a:ext cx="14371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login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41364" y="3977640"/>
            <a:ext cx="14005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Superuser + admin panel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25968" y="2194560"/>
            <a:ext cx="162001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24494" y="25146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8524494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217408" y="3520440"/>
            <a:ext cx="14371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roles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35696" y="3977640"/>
            <a:ext cx="14005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user types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020300" y="2194560"/>
            <a:ext cx="162001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418826" y="25146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10418826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10111740" y="3520440"/>
            <a:ext cx="14371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teams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130028" y="3977640"/>
            <a:ext cx="14005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consultants + 4 MDCs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168652" y="2926080"/>
            <a:ext cx="237744" cy="0"/>
          </a:xfrm>
          <a:prstGeom prst="line">
            <a:avLst/>
          </a:prstGeom>
          <a:noFill/>
          <a:ln w="25400">
            <a:solidFill>
              <a:srgbClr val="57C5B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062984" y="2926080"/>
            <a:ext cx="237744" cy="0"/>
          </a:xfrm>
          <a:prstGeom prst="line">
            <a:avLst/>
          </a:prstGeom>
          <a:noFill/>
          <a:ln w="25400">
            <a:solidFill>
              <a:srgbClr val="57C5B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957316" y="2926080"/>
            <a:ext cx="237744" cy="0"/>
          </a:xfrm>
          <a:prstGeom prst="line">
            <a:avLst/>
          </a:prstGeom>
          <a:noFill/>
          <a:ln w="25400">
            <a:solidFill>
              <a:srgbClr val="57C5B6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851648" y="2926080"/>
            <a:ext cx="237744" cy="0"/>
          </a:xfrm>
          <a:prstGeom prst="line">
            <a:avLst/>
          </a:prstGeom>
          <a:noFill/>
          <a:ln w="25400">
            <a:solidFill>
              <a:srgbClr val="57C5B6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745980" y="2926080"/>
            <a:ext cx="237744" cy="0"/>
          </a:xfrm>
          <a:prstGeom prst="line">
            <a:avLst/>
          </a:prstGeom>
          <a:noFill/>
          <a:ln w="25400">
            <a:solidFill>
              <a:srgbClr val="57C5B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01168" cy="2011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384048"/>
            <a:ext cx="10762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tools you met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77824" y="950976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 that, together, run your app.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483864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3483864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2024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PowerShell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026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the computer by typing commands instead of clicking.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52544" y="1554480"/>
            <a:ext cx="3483864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52544" y="1554480"/>
            <a:ext cx="3483864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192024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81144" y="2514600"/>
            <a:ext cx="3026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workbench: edit files and run commands in one window.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56448" y="1554480"/>
            <a:ext cx="3483864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56448" y="1554480"/>
            <a:ext cx="3483864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385048" y="192024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Django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85048" y="2514600"/>
            <a:ext cx="3026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open-source toolkit — the ready-made skeleton of a web app.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3483864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977640"/>
            <a:ext cx="3483864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34340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 → PostgreSQL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7240" y="4937760"/>
            <a:ext cx="3026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file database now; a powerful server later on Azure.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352544" y="3977640"/>
            <a:ext cx="3483864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52544" y="3977640"/>
            <a:ext cx="3483864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4581144" y="434340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 + virtual environment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581144" y="4937760"/>
            <a:ext cx="3026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tools into a private box just for this project.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156448" y="3977640"/>
            <a:ext cx="3483864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56448" y="3977640"/>
            <a:ext cx="3483864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8385048" y="434340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Fixtures + loaddata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385048" y="4937760"/>
            <a:ext cx="3026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Bulk-load many records into the database with one command.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01168" cy="2011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384048"/>
            <a:ext cx="10762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pictures to remember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77824" y="950976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forget the commands, keep these analogies.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9167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109728" cy="896112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002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environment  =  a sterile instrument tray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196596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project's tools stay on its own tray and never mix with others. Active when (.venv) shows.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109167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514600"/>
            <a:ext cx="109728" cy="896112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0604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vs App  =  a hospital and its departments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68680" y="297180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the building; each app (accounts, teams) is a department doing one job.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109167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520440"/>
            <a:ext cx="109728" cy="896112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61188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Migrations  =  blueprint, then construction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68680" y="397764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makemigrations writes the plan; migrate actually builds the database tables. Always in that order.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109167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526280"/>
            <a:ext cx="109728" cy="896112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177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Fixture + loaddata  =  a list, then data entry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68680" y="498348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is just a printed list; loaddata is what actually enters it into the database.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09167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5532120"/>
            <a:ext cx="109728" cy="896112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6235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server must keep running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68680" y="598932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page is live only while the server runs. 'Connection refused' usually means it stopped.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01168" cy="2011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384048"/>
            <a:ext cx="10762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journey, lesson by lesson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77824" y="950976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step, and the one command that powered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56717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7452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1–2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220141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Terminal &amp; VS Code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2201418" cy="411480"/>
          </a:xfrm>
          <a:prstGeom prst="rect">
            <a:avLst/>
          </a:prstGeom>
          <a:solidFill>
            <a:srgbClr val="EAF4F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17520"/>
            <a:ext cx="22014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cd, 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90138" y="1645920"/>
            <a:ext cx="256717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73018" y="187452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73018" y="2212848"/>
            <a:ext cx="220141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environment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3573018" y="3017520"/>
            <a:ext cx="2201418" cy="411480"/>
          </a:xfrm>
          <a:prstGeom prst="rect">
            <a:avLst/>
          </a:prstGeom>
          <a:solidFill>
            <a:srgbClr val="EAF4F2"/>
          </a:solidFill>
          <a:ln/>
        </p:spPr>
      </p:sp>
      <p:sp>
        <p:nvSpPr>
          <p:cNvPr id="14" name="Text 12"/>
          <p:cNvSpPr/>
          <p:nvPr/>
        </p:nvSpPr>
        <p:spPr>
          <a:xfrm>
            <a:off x="3573018" y="3017520"/>
            <a:ext cx="22014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 -m venv .venv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1636" y="1645920"/>
            <a:ext cx="256717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14516" y="187452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14516" y="2212848"/>
            <a:ext cx="220141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Django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414516" y="3017520"/>
            <a:ext cx="2201418" cy="411480"/>
          </a:xfrm>
          <a:prstGeom prst="rect">
            <a:avLst/>
          </a:prstGeom>
          <a:solidFill>
            <a:srgbClr val="EAF4F2"/>
          </a:solidFill>
          <a:ln/>
        </p:spPr>
      </p:sp>
      <p:sp>
        <p:nvSpPr>
          <p:cNvPr id="19" name="Text 17"/>
          <p:cNvSpPr/>
          <p:nvPr/>
        </p:nvSpPr>
        <p:spPr>
          <a:xfrm>
            <a:off x="6414516" y="3017520"/>
            <a:ext cx="22014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django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73134" y="1645920"/>
            <a:ext cx="256717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56014" y="187452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56014" y="2212848"/>
            <a:ext cx="220141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+ first page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9256014" y="3017520"/>
            <a:ext cx="2201418" cy="411480"/>
          </a:xfrm>
          <a:prstGeom prst="rect">
            <a:avLst/>
          </a:prstGeom>
          <a:solidFill>
            <a:srgbClr val="EAF4F2"/>
          </a:solidFill>
          <a:ln/>
        </p:spPr>
      </p:sp>
      <p:sp>
        <p:nvSpPr>
          <p:cNvPr id="24" name="Text 22"/>
          <p:cNvSpPr/>
          <p:nvPr/>
        </p:nvSpPr>
        <p:spPr>
          <a:xfrm>
            <a:off x="9256014" y="3017520"/>
            <a:ext cx="22014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startproject  /  runserver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931920"/>
            <a:ext cx="256717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416052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4498848"/>
            <a:ext cx="220141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the database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731520" y="5303520"/>
            <a:ext cx="2201418" cy="411480"/>
          </a:xfrm>
          <a:prstGeom prst="rect">
            <a:avLst/>
          </a:prstGeom>
          <a:solidFill>
            <a:srgbClr val="EAF4F2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303520"/>
            <a:ext cx="22014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90138" y="3931920"/>
            <a:ext cx="256717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573018" y="416052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73018" y="4498848"/>
            <a:ext cx="220141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+ admin panel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3573018" y="5303520"/>
            <a:ext cx="2201418" cy="411480"/>
          </a:xfrm>
          <a:prstGeom prst="rect">
            <a:avLst/>
          </a:prstGeom>
          <a:solidFill>
            <a:srgbClr val="EAF4F2"/>
          </a:solidFill>
          <a:ln/>
        </p:spPr>
      </p:sp>
      <p:sp>
        <p:nvSpPr>
          <p:cNvPr id="34" name="Text 32"/>
          <p:cNvSpPr/>
          <p:nvPr/>
        </p:nvSpPr>
        <p:spPr>
          <a:xfrm>
            <a:off x="3573018" y="5303520"/>
            <a:ext cx="22014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createsuperuser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31636" y="3931920"/>
            <a:ext cx="256717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14516" y="416052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14516" y="4498848"/>
            <a:ext cx="220141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6 user roles</a:t>
            </a:r>
            <a:endParaRPr lang="en-US" sz="1550" dirty="0"/>
          </a:p>
        </p:txBody>
      </p:sp>
      <p:sp>
        <p:nvSpPr>
          <p:cNvPr id="38" name="Shape 36"/>
          <p:cNvSpPr/>
          <p:nvPr/>
        </p:nvSpPr>
        <p:spPr>
          <a:xfrm>
            <a:off x="6414516" y="5303520"/>
            <a:ext cx="2201418" cy="411480"/>
          </a:xfrm>
          <a:prstGeom prst="rect">
            <a:avLst/>
          </a:prstGeom>
          <a:solidFill>
            <a:srgbClr val="EAF4F2"/>
          </a:solidFill>
          <a:ln/>
        </p:spPr>
      </p:sp>
      <p:sp>
        <p:nvSpPr>
          <p:cNvPr id="39" name="Text 37"/>
          <p:cNvSpPr/>
          <p:nvPr/>
        </p:nvSpPr>
        <p:spPr>
          <a:xfrm>
            <a:off x="6414516" y="5303520"/>
            <a:ext cx="22014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startapp accounts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073134" y="3931920"/>
            <a:ext cx="256717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256014" y="4160520"/>
            <a:ext cx="22014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9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256014" y="4498848"/>
            <a:ext cx="220141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Teams &amp; MDCs</a:t>
            </a:r>
            <a:endParaRPr lang="en-US" sz="1550" dirty="0"/>
          </a:p>
        </p:txBody>
      </p:sp>
      <p:sp>
        <p:nvSpPr>
          <p:cNvPr id="43" name="Shape 41"/>
          <p:cNvSpPr/>
          <p:nvPr/>
        </p:nvSpPr>
        <p:spPr>
          <a:xfrm>
            <a:off x="9256014" y="5303520"/>
            <a:ext cx="2201418" cy="411480"/>
          </a:xfrm>
          <a:prstGeom prst="rect">
            <a:avLst/>
          </a:prstGeom>
          <a:solidFill>
            <a:srgbClr val="EAF4F2"/>
          </a:solidFill>
          <a:ln/>
        </p:spPr>
      </p:sp>
      <p:sp>
        <p:nvSpPr>
          <p:cNvPr id="44" name="Text 42"/>
          <p:cNvSpPr/>
          <p:nvPr/>
        </p:nvSpPr>
        <p:spPr>
          <a:xfrm>
            <a:off x="9256014" y="5303520"/>
            <a:ext cx="220141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loaddata teams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01168" cy="2011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384048"/>
            <a:ext cx="10762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 cheat sheet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77824" y="950976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(.venv) is showing before you run these.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679399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cd "folder path"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into a folder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what is in the current folder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 -m venv .venv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the virtual environment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.\.venv\Scripts\Activate.ps1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the virtual environment 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pip install &lt;name&gt;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a tool into the 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manage.py runserver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the development server  (Ctrl + C to stop)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manage.py startapp &lt;name&gt;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new feature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manage.py makemigrations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the database blueprint after a model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manage.py migrate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/ update the database tables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manage.py createsuperuser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an admin 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3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manage.py loaddata &lt;name&gt;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Bulk-load a fixture into the 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01168" cy="2011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384048"/>
            <a:ext cx="10762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Golden rules (the lessons that bit us)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77824" y="950976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habits that prevent the most common errors.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167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91640"/>
            <a:ext cx="493776" cy="49377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600200"/>
            <a:ext cx="99029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makemigrations, then migrate. Blueprint first, then build.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1109167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514600"/>
            <a:ext cx="493776" cy="49377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1460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423160"/>
            <a:ext cx="99029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 server must stay running to view any page — restart it if you see 'connection refused'.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109167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337560"/>
            <a:ext cx="493776" cy="49377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3756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246120"/>
            <a:ext cx="99029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(.venv), use python, not py.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1109167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160520"/>
            <a:ext cx="493776" cy="49377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16052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069080"/>
            <a:ext cx="99029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typing a password, the screen stays blank on purpose — keep typing.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1109167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4983480"/>
            <a:ext cx="493776" cy="49377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98348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4892040"/>
            <a:ext cx="99029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database commands (createsuperuser, loaddata) only after migrate.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48640" y="5715000"/>
            <a:ext cx="11091672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B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5806440"/>
            <a:ext cx="493776" cy="49377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80644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63040" y="5715000"/>
            <a:ext cx="99029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passwords or the .env file — not even in chat.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40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users, roles, teams and MDCs in place, we build the heart of the system.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10332720" cy="713232"/>
          </a:xfrm>
          <a:prstGeom prst="rect">
            <a:avLst/>
          </a:prstGeom>
          <a:solidFill>
            <a:srgbClr val="0F4A4B"/>
          </a:solidFill>
          <a:ln w="12700">
            <a:solidFill>
              <a:srgbClr val="1C65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94560"/>
            <a:ext cx="109728" cy="713232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19456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7C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2194560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model — the record and its journey through the workflow.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035808"/>
            <a:ext cx="10332720" cy="713232"/>
          </a:xfrm>
          <a:prstGeom prst="rect">
            <a:avLst/>
          </a:prstGeom>
          <a:solidFill>
            <a:srgbClr val="0F4A4B"/>
          </a:solidFill>
          <a:ln w="12700">
            <a:solidFill>
              <a:srgbClr val="1C65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035808"/>
            <a:ext cx="109728" cy="713232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03580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7C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3035808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when a patient reaches a step you own.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877056"/>
            <a:ext cx="10332720" cy="713232"/>
          </a:xfrm>
          <a:prstGeom prst="rect">
            <a:avLst/>
          </a:prstGeom>
          <a:solidFill>
            <a:srgbClr val="0F4A4B"/>
          </a:solidFill>
          <a:ln w="12700">
            <a:solidFill>
              <a:srgbClr val="1C65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877056"/>
            <a:ext cx="109728" cy="713232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3877056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7C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3877056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dashboards — starting with the fellow's task-first daily view.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4718304"/>
            <a:ext cx="10332720" cy="713232"/>
          </a:xfrm>
          <a:prstGeom prst="rect">
            <a:avLst/>
          </a:prstGeom>
          <a:solidFill>
            <a:srgbClr val="0F4A4B"/>
          </a:solidFill>
          <a:ln w="12700">
            <a:solidFill>
              <a:srgbClr val="1C65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718304"/>
            <a:ext cx="109728" cy="713232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4718304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7C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4718304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+ Excel export, and auto-generated MDC / planning slides.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5559552"/>
            <a:ext cx="10332720" cy="713232"/>
          </a:xfrm>
          <a:prstGeom prst="rect">
            <a:avLst/>
          </a:prstGeom>
          <a:solidFill>
            <a:srgbClr val="0F4A4B"/>
          </a:solidFill>
          <a:ln w="12700">
            <a:solidFill>
              <a:srgbClr val="1C65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5559552"/>
            <a:ext cx="109728" cy="713232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555955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7C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5559552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NCCN guidelines brain, then deployment to Microsoft Azure.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0 Setup — Study Deck</dc:title>
  <dc:subject>PptxGenJS Presentation</dc:subject>
  <dc:creator>Claude Code</dc:creator>
  <cp:lastModifiedBy>Claude Code</cp:lastModifiedBy>
  <cp:revision>1</cp:revision>
  <dcterms:created xsi:type="dcterms:W3CDTF">2026-06-16T17:20:48Z</dcterms:created>
  <dcterms:modified xsi:type="dcterms:W3CDTF">2026-06-16T17:20:48Z</dcterms:modified>
</cp:coreProperties>
</file>